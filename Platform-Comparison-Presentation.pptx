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91" d="100"/>
          <a:sy n="91" d="100"/>
        </p:scale>
        <p:origin x="370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4/23/2026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0715" y="662819"/>
            <a:ext cx="8825658" cy="2677648"/>
          </a:xfrm>
        </p:spPr>
        <p:txBody>
          <a:bodyPr/>
          <a:lstStyle/>
          <a:p>
            <a:r>
              <a:rPr lang="en-US" dirty="0"/>
              <a:t>Platform Comparison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3640183"/>
            <a:ext cx="8825658" cy="775063"/>
          </a:xfrm>
        </p:spPr>
        <p:txBody>
          <a:bodyPr/>
          <a:lstStyle/>
          <a:p>
            <a:r>
              <a:rPr lang="en-US" dirty="0"/>
              <a:t>Desktop vs Web | Cloud vs Local | Mobile vs Web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0715" y="4530296"/>
            <a:ext cx="58004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Presented </a:t>
            </a:r>
            <a:r>
              <a:rPr lang="en-US" dirty="0" err="1" smtClean="0"/>
              <a:t>by:ALEXABABE</a:t>
            </a:r>
            <a:r>
              <a:rPr lang="en-US" dirty="0" smtClean="0"/>
              <a:t> MARANO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050971" y="5390605"/>
            <a:ext cx="3701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ACT-A1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40137" y="4645346"/>
            <a:ext cx="3440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:RONALD ESPLANA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218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In today’s digital world, different platforms are used to access and manage applications and data.</a:t>
            </a:r>
            <a:br>
              <a:rPr lang="en-US" dirty="0"/>
            </a:br>
            <a:r>
              <a:rPr lang="en-US" dirty="0"/>
              <a:t>Each platform has its own features, advantages, and limitations.</a:t>
            </a:r>
          </a:p>
          <a:p>
            <a:r>
              <a:rPr lang="en-US" dirty="0"/>
              <a:t>This presentation compares:</a:t>
            </a:r>
            <a:br>
              <a:rPr lang="en-US" dirty="0"/>
            </a:br>
            <a:r>
              <a:rPr lang="en-US" dirty="0"/>
              <a:t>• Desktop vs Web Applications</a:t>
            </a:r>
            <a:br>
              <a:rPr lang="en-US" dirty="0"/>
            </a:br>
            <a:r>
              <a:rPr lang="en-US" dirty="0"/>
              <a:t>• Cloud vs Local Storage</a:t>
            </a:r>
            <a:br>
              <a:rPr lang="en-US" dirty="0"/>
            </a:br>
            <a:r>
              <a:rPr lang="en-US" dirty="0"/>
              <a:t>• Mobile Apps vs Web Apps</a:t>
            </a:r>
          </a:p>
        </p:txBody>
      </p:sp>
    </p:spTree>
    <p:extLst>
      <p:ext uri="{BB962C8B-B14F-4D97-AF65-F5344CB8AC3E}">
        <p14:creationId xmlns:p14="http://schemas.microsoft.com/office/powerpoint/2010/main" val="3337702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473234"/>
            <a:ext cx="9016657" cy="4384765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Desktop applications are programs installed directly on a computer.</a:t>
            </a:r>
          </a:p>
          <a:p>
            <a:r>
              <a:rPr lang="en-US" b="1" dirty="0"/>
              <a:t>Examples: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Microsoft Word</a:t>
            </a:r>
            <a:br>
              <a:rPr lang="en-US" dirty="0"/>
            </a:br>
            <a:r>
              <a:rPr lang="en-US" dirty="0"/>
              <a:t>• Adobe Photoshop</a:t>
            </a:r>
          </a:p>
          <a:p>
            <a:r>
              <a:rPr lang="en-US" b="1" dirty="0"/>
              <a:t>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Works without internet</a:t>
            </a:r>
            <a:br>
              <a:rPr lang="en-US" dirty="0"/>
            </a:br>
            <a:r>
              <a:rPr lang="en-US" dirty="0"/>
              <a:t>• Faster performance</a:t>
            </a:r>
          </a:p>
          <a:p>
            <a:r>
              <a:rPr lang="en-US" b="1" dirty="0"/>
              <a:t>Disadvantages: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Requires installation</a:t>
            </a:r>
            <a:br>
              <a:rPr lang="en-US" dirty="0"/>
            </a:br>
            <a:r>
              <a:rPr lang="en-US" dirty="0"/>
              <a:t>• Takes storage space</a:t>
            </a:r>
          </a:p>
        </p:txBody>
      </p:sp>
    </p:spTree>
    <p:extLst>
      <p:ext uri="{BB962C8B-B14F-4D97-AF65-F5344CB8AC3E}">
        <p14:creationId xmlns:p14="http://schemas.microsoft.com/office/powerpoint/2010/main" val="2064848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WEB 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877164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Web applications run in a web browser and require internet connection.</a:t>
            </a:r>
          </a:p>
          <a:p>
            <a:r>
              <a:rPr lang="en-US" b="1" dirty="0"/>
              <a:t>Examples: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Google Docs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Canva</a:t>
            </a:r>
            <a:endParaRPr lang="en-US" dirty="0"/>
          </a:p>
          <a:p>
            <a:r>
              <a:rPr lang="en-US" b="1" dirty="0"/>
              <a:t>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No installation needed</a:t>
            </a:r>
            <a:br>
              <a:rPr lang="en-US" dirty="0"/>
            </a:br>
            <a:r>
              <a:rPr lang="en-US" dirty="0"/>
              <a:t>• Accessible anywhere</a:t>
            </a:r>
          </a:p>
          <a:p>
            <a:r>
              <a:rPr lang="en-US" b="1" dirty="0"/>
              <a:t>Disadvantages: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Needs internet</a:t>
            </a:r>
            <a:br>
              <a:rPr lang="en-US" dirty="0"/>
            </a:br>
            <a:r>
              <a:rPr lang="en-US" dirty="0"/>
              <a:t>• Can be slower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384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Desktop vs Web Applications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FEATURE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>
          <a:xfrm>
            <a:off x="1256542" y="3179762"/>
            <a:ext cx="3141879" cy="284729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INSTALLATION</a:t>
            </a:r>
          </a:p>
          <a:p>
            <a:endParaRPr lang="en-US" dirty="0" smtClean="0"/>
          </a:p>
          <a:p>
            <a:r>
              <a:rPr lang="en-US" dirty="0" smtClean="0"/>
              <a:t>INTERNET</a:t>
            </a:r>
          </a:p>
          <a:p>
            <a:endParaRPr lang="en-US" dirty="0" smtClean="0"/>
          </a:p>
          <a:p>
            <a:r>
              <a:rPr lang="en-US" dirty="0" smtClean="0"/>
              <a:t>SPEED</a:t>
            </a:r>
          </a:p>
          <a:p>
            <a:endParaRPr lang="en-US" dirty="0" smtClean="0"/>
          </a:p>
          <a:p>
            <a:r>
              <a:rPr lang="en-US" dirty="0" smtClean="0"/>
              <a:t>ACCESSIBILITY</a:t>
            </a:r>
          </a:p>
          <a:p>
            <a:endParaRPr lang="en-US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DESKTOP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REQUIRED</a:t>
            </a:r>
          </a:p>
          <a:p>
            <a:endParaRPr lang="en-US" dirty="0" smtClean="0"/>
          </a:p>
          <a:p>
            <a:r>
              <a:rPr lang="en-US" dirty="0" smtClean="0"/>
              <a:t>NOT REQUIRED</a:t>
            </a:r>
          </a:p>
          <a:p>
            <a:endParaRPr lang="en-US" dirty="0"/>
          </a:p>
          <a:p>
            <a:r>
              <a:rPr lang="en-US" dirty="0" smtClean="0"/>
              <a:t>FASTER </a:t>
            </a:r>
          </a:p>
          <a:p>
            <a:endParaRPr lang="en-US" dirty="0" smtClean="0"/>
          </a:p>
          <a:p>
            <a:r>
              <a:rPr lang="en-US" dirty="0" smtClean="0"/>
              <a:t>LIMITED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WEB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7"/>
          </p:nvPr>
        </p:nvSpPr>
        <p:spPr>
          <a:xfrm>
            <a:off x="7984660" y="3179762"/>
            <a:ext cx="3145536" cy="2847293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NOT NEED</a:t>
            </a:r>
          </a:p>
          <a:p>
            <a:endParaRPr lang="en-US" dirty="0"/>
          </a:p>
          <a:p>
            <a:r>
              <a:rPr lang="en-US" dirty="0" smtClean="0"/>
              <a:t>REQUIRED</a:t>
            </a:r>
          </a:p>
          <a:p>
            <a:endParaRPr lang="en-US" dirty="0" smtClean="0"/>
          </a:p>
          <a:p>
            <a:r>
              <a:rPr lang="en-US" dirty="0" smtClean="0"/>
              <a:t>DEPENDS ON INTERNET</a:t>
            </a:r>
          </a:p>
          <a:p>
            <a:endParaRPr lang="en-US" dirty="0"/>
          </a:p>
          <a:p>
            <a:r>
              <a:rPr lang="en-US" dirty="0" smtClean="0"/>
              <a:t>ANYWHERE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332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82240"/>
            <a:ext cx="8825659" cy="4389120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Cloud storage saves files online using the internet.</a:t>
            </a:r>
          </a:p>
          <a:p>
            <a:r>
              <a:rPr lang="en-US" b="1" dirty="0"/>
              <a:t>Examples: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Google Drive</a:t>
            </a:r>
            <a:br>
              <a:rPr lang="en-US" dirty="0"/>
            </a:br>
            <a:r>
              <a:rPr lang="en-US" dirty="0"/>
              <a:t>• Dropbox</a:t>
            </a:r>
          </a:p>
          <a:p>
            <a:r>
              <a:rPr lang="en-US" b="1" dirty="0"/>
              <a:t>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Access anytime, anywhere</a:t>
            </a:r>
            <a:br>
              <a:rPr lang="en-US" dirty="0"/>
            </a:br>
            <a:r>
              <a:rPr lang="en-US" dirty="0"/>
              <a:t>• Backup and security</a:t>
            </a:r>
          </a:p>
          <a:p>
            <a:r>
              <a:rPr lang="en-US" b="1" dirty="0"/>
              <a:t>Disadvantages: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Needs internet</a:t>
            </a:r>
            <a:br>
              <a:rPr lang="en-US" dirty="0"/>
            </a:br>
            <a:r>
              <a:rPr lang="en-US" dirty="0"/>
              <a:t>• Limited free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691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LOCAL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865120"/>
            <a:ext cx="8825659" cy="3918856"/>
          </a:xfrm>
        </p:spPr>
        <p:txBody>
          <a:bodyPr>
            <a:normAutofit/>
          </a:bodyPr>
          <a:lstStyle/>
          <a:p>
            <a:r>
              <a:rPr lang="en-US" b="1" dirty="0" err="1"/>
              <a:t>ontent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Local storage saves files on a physical device.</a:t>
            </a:r>
          </a:p>
          <a:p>
            <a:r>
              <a:rPr lang="en-US" b="1" dirty="0"/>
              <a:t>Examples: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Hard Drive</a:t>
            </a:r>
            <a:br>
              <a:rPr lang="en-US" dirty="0"/>
            </a:br>
            <a:r>
              <a:rPr lang="en-US" dirty="0"/>
              <a:t>• USB Flash Drive</a:t>
            </a:r>
          </a:p>
          <a:p>
            <a:r>
              <a:rPr lang="en-US" b="1" dirty="0"/>
              <a:t>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No internet needed</a:t>
            </a:r>
            <a:br>
              <a:rPr lang="en-US" dirty="0"/>
            </a:br>
            <a:r>
              <a:rPr lang="en-US" dirty="0"/>
              <a:t>• Full control of files</a:t>
            </a:r>
          </a:p>
          <a:p>
            <a:r>
              <a:rPr lang="en-US" b="1" dirty="0"/>
              <a:t>Disadvantages: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Can be lost or damaged</a:t>
            </a:r>
            <a:br>
              <a:rPr lang="en-US" dirty="0"/>
            </a:br>
            <a:r>
              <a:rPr lang="en-US" dirty="0"/>
              <a:t>• Limited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157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vs Local Storage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FEATURE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15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 smtClean="0"/>
              <a:t>LOCAL</a:t>
            </a:r>
          </a:p>
          <a:p>
            <a:endParaRPr lang="en-US" dirty="0"/>
          </a:p>
          <a:p>
            <a:r>
              <a:rPr lang="en-US" dirty="0" smtClean="0"/>
              <a:t>INTERNET</a:t>
            </a:r>
          </a:p>
          <a:p>
            <a:endParaRPr lang="en-US" dirty="0" smtClean="0"/>
          </a:p>
          <a:p>
            <a:r>
              <a:rPr lang="en-US" dirty="0" smtClean="0"/>
              <a:t>ACCESS</a:t>
            </a:r>
          </a:p>
          <a:p>
            <a:endParaRPr lang="en-US" dirty="0"/>
          </a:p>
          <a:p>
            <a:r>
              <a:rPr lang="en-US" dirty="0" smtClean="0"/>
              <a:t>SAFETY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smtClean="0"/>
              <a:t>CLOUD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half" idx="16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ONLINE</a:t>
            </a:r>
          </a:p>
          <a:p>
            <a:endParaRPr lang="en-US" dirty="0"/>
          </a:p>
          <a:p>
            <a:r>
              <a:rPr lang="en-US" dirty="0" smtClean="0"/>
              <a:t>REQUIRED</a:t>
            </a:r>
          </a:p>
          <a:p>
            <a:endParaRPr lang="en-US" dirty="0"/>
          </a:p>
          <a:p>
            <a:r>
              <a:rPr lang="en-US" dirty="0" smtClean="0"/>
              <a:t>ANYWHERE</a:t>
            </a:r>
          </a:p>
          <a:p>
            <a:endParaRPr lang="en-US" dirty="0"/>
          </a:p>
          <a:p>
            <a:r>
              <a:rPr lang="en-US" dirty="0" smtClean="0"/>
              <a:t>BACKUP AVAILABLE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LOCAL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DEVICE </a:t>
            </a:r>
          </a:p>
          <a:p>
            <a:endParaRPr lang="en-US" dirty="0"/>
          </a:p>
          <a:p>
            <a:r>
              <a:rPr lang="en-US" dirty="0" smtClean="0"/>
              <a:t>NOT REQUIRED</a:t>
            </a:r>
          </a:p>
          <a:p>
            <a:endParaRPr lang="en-US" dirty="0"/>
          </a:p>
          <a:p>
            <a:r>
              <a:rPr lang="en-US" dirty="0" smtClean="0"/>
              <a:t>LIMITED</a:t>
            </a:r>
          </a:p>
          <a:p>
            <a:endParaRPr lang="en-US" dirty="0"/>
          </a:p>
          <a:p>
            <a:r>
              <a:rPr lang="en-US" dirty="0" smtClean="0"/>
              <a:t>RISK OF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084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023723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Mobile apps are installed on smartphones or tablets.</a:t>
            </a:r>
          </a:p>
          <a:p>
            <a:r>
              <a:rPr lang="en-US" b="1" dirty="0"/>
              <a:t>Examples: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Facebook App</a:t>
            </a:r>
            <a:br>
              <a:rPr lang="en-US" dirty="0"/>
            </a:br>
            <a:r>
              <a:rPr lang="en-US" dirty="0"/>
              <a:t>• </a:t>
            </a:r>
            <a:r>
              <a:rPr lang="en-US" dirty="0" err="1"/>
              <a:t>TikTok</a:t>
            </a:r>
            <a:endParaRPr lang="en-US" dirty="0"/>
          </a:p>
          <a:p>
            <a:r>
              <a:rPr lang="en-US" b="1" dirty="0"/>
              <a:t>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Easy to use</a:t>
            </a:r>
            <a:br>
              <a:rPr lang="en-US" dirty="0"/>
            </a:br>
            <a:r>
              <a:rPr lang="en-US" dirty="0"/>
              <a:t>• Optimized for mobile</a:t>
            </a:r>
          </a:p>
          <a:p>
            <a:r>
              <a:rPr lang="en-US" b="1" dirty="0"/>
              <a:t>Disadvantages: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Needs installation</a:t>
            </a:r>
            <a:br>
              <a:rPr lang="en-US" dirty="0"/>
            </a:br>
            <a:r>
              <a:rPr lang="en-US" dirty="0"/>
              <a:t>• Uses storage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9574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APPS (MOBILE)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499"/>
            <a:ext cx="8825659" cy="4171769"/>
          </a:xfrm>
        </p:spPr>
        <p:txBody>
          <a:bodyPr>
            <a:normAutofit/>
          </a:bodyPr>
          <a:lstStyle/>
          <a:p>
            <a:r>
              <a:rPr lang="en-US" b="1" dirty="0"/>
              <a:t>Content: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Web apps can also be used on mobile through a browser.</a:t>
            </a:r>
          </a:p>
          <a:p>
            <a:r>
              <a:rPr lang="en-US" b="1" dirty="0"/>
              <a:t>Examples: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Facebook via browser</a:t>
            </a:r>
            <a:br>
              <a:rPr lang="en-US" dirty="0"/>
            </a:br>
            <a:r>
              <a:rPr lang="en-US" dirty="0"/>
              <a:t>• Gmail</a:t>
            </a:r>
          </a:p>
          <a:p>
            <a:r>
              <a:rPr lang="en-US" b="1" dirty="0"/>
              <a:t>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No installation</a:t>
            </a:r>
            <a:br>
              <a:rPr lang="en-US" dirty="0"/>
            </a:br>
            <a:r>
              <a:rPr lang="en-US" dirty="0"/>
              <a:t>• Saves storage</a:t>
            </a:r>
          </a:p>
          <a:p>
            <a:r>
              <a:rPr lang="en-US" b="1" dirty="0"/>
              <a:t>Disadvantages: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Needs internet</a:t>
            </a:r>
            <a:br>
              <a:rPr lang="en-US" dirty="0"/>
            </a:br>
            <a:r>
              <a:rPr lang="en-US" dirty="0"/>
              <a:t>• Limited features</a:t>
            </a:r>
          </a:p>
        </p:txBody>
      </p:sp>
    </p:spTree>
    <p:extLst>
      <p:ext uri="{BB962C8B-B14F-4D97-AF65-F5344CB8AC3E}">
        <p14:creationId xmlns:p14="http://schemas.microsoft.com/office/powerpoint/2010/main" val="243352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Mobile Apps vs Web Apps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03003002"/>
              </p:ext>
            </p:extLst>
          </p:nvPr>
        </p:nvGraphicFramePr>
        <p:xfrm>
          <a:off x="1154954" y="3353707"/>
          <a:ext cx="8761413" cy="2681332"/>
        </p:xfrm>
        <a:graphic>
          <a:graphicData uri="http://schemas.openxmlformats.org/drawingml/2006/table">
            <a:tbl>
              <a:tblPr/>
              <a:tblGrid>
                <a:gridCol w="2920471">
                  <a:extLst>
                    <a:ext uri="{9D8B030D-6E8A-4147-A177-3AD203B41FA5}">
                      <a16:colId xmlns:a16="http://schemas.microsoft.com/office/drawing/2014/main" val="788397497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1966338334"/>
                    </a:ext>
                  </a:extLst>
                </a:gridCol>
                <a:gridCol w="2920471">
                  <a:extLst>
                    <a:ext uri="{9D8B030D-6E8A-4147-A177-3AD203B41FA5}">
                      <a16:colId xmlns:a16="http://schemas.microsoft.com/office/drawing/2014/main" val="655140509"/>
                    </a:ext>
                  </a:extLst>
                </a:gridCol>
              </a:tblGrid>
              <a:tr h="516834">
                <a:tc>
                  <a:txBody>
                    <a:bodyPr/>
                    <a:lstStyle/>
                    <a:p>
                      <a:r>
                        <a:rPr lang="en-US" b="1" u="sng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/>
                        <a:t>Mobile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u="sng" dirty="0"/>
                        <a:t>Web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7107845"/>
                  </a:ext>
                </a:extLst>
              </a:tr>
              <a:tr h="613996">
                <a:tc>
                  <a:txBody>
                    <a:bodyPr/>
                    <a:lstStyle/>
                    <a:p>
                      <a:r>
                        <a:rPr lang="en-US"/>
                        <a:t>Installation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Required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Not needed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923230"/>
                  </a:ext>
                </a:extLst>
              </a:tr>
              <a:tr h="516834">
                <a:tc>
                  <a:txBody>
                    <a:bodyPr/>
                    <a:lstStyle/>
                    <a:p>
                      <a:r>
                        <a:rPr lang="en-US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Uses space</a:t>
                      </a:r>
                      <a:endParaRPr lang="en-US" b="1" u="sng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space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393720"/>
                  </a:ext>
                </a:extLst>
              </a:tr>
              <a:tr h="516834">
                <a:tc>
                  <a:txBody>
                    <a:bodyPr/>
                    <a:lstStyle/>
                    <a:p>
                      <a:r>
                        <a:rPr lang="en-US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Faster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Depends on browser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44375"/>
                  </a:ext>
                </a:extLst>
              </a:tr>
              <a:tr h="516834">
                <a:tc>
                  <a:txBody>
                    <a:bodyPr/>
                    <a:lstStyle/>
                    <a:p>
                      <a:r>
                        <a:rPr lang="en-US"/>
                        <a:t>Access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Device only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Any device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04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76545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/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8537" y="2690336"/>
            <a:ext cx="778546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r>
              <a:rPr lang="en-US" b="1" dirty="0" smtClean="0"/>
              <a:t>Content</a:t>
            </a:r>
            <a:r>
              <a:rPr lang="en-US" b="1" dirty="0"/>
              <a:t>:</a:t>
            </a:r>
            <a:r>
              <a:rPr lang="en-US" dirty="0"/>
              <a:t/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Examples </a:t>
            </a:r>
            <a:r>
              <a:rPr lang="en-US" dirty="0"/>
              <a:t>of platform usage:</a:t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Microsoft Word vs Google Docs</a:t>
            </a:r>
            <a:br>
              <a:rPr lang="en-US" dirty="0"/>
            </a:b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Saving files in Google Drive vs USB</a:t>
            </a:r>
            <a:br>
              <a:rPr lang="en-US" dirty="0"/>
            </a:br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Facebook App vs Facebook Browser</a:t>
            </a:r>
          </a:p>
        </p:txBody>
      </p:sp>
    </p:spTree>
    <p:extLst>
      <p:ext uri="{BB962C8B-B14F-4D97-AF65-F5344CB8AC3E}">
        <p14:creationId xmlns:p14="http://schemas.microsoft.com/office/powerpoint/2010/main" val="1929579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363557" y="2014552"/>
            <a:ext cx="898845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Content</a:t>
            </a:r>
            <a:r>
              <a:rPr lang="en-US" b="1" dirty="0" smtClean="0"/>
              <a:t>: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Different </a:t>
            </a:r>
            <a:r>
              <a:rPr lang="en-US" dirty="0"/>
              <a:t>platforms have different purposes and advantages.</a:t>
            </a:r>
          </a:p>
          <a:p>
            <a:endParaRPr lang="en-US" dirty="0" smtClean="0"/>
          </a:p>
          <a:p>
            <a:r>
              <a:rPr lang="en-US" dirty="0" smtClean="0"/>
              <a:t>• </a:t>
            </a:r>
            <a:r>
              <a:rPr lang="en-US" dirty="0"/>
              <a:t>Desktop apps are powerful and </a:t>
            </a:r>
            <a:r>
              <a:rPr lang="en-US" dirty="0" smtClean="0"/>
              <a:t>offline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Web apps are flexible and </a:t>
            </a:r>
            <a:r>
              <a:rPr lang="en-US" dirty="0" smtClean="0"/>
              <a:t>accessible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Cloud storage is </a:t>
            </a:r>
            <a:r>
              <a:rPr lang="en-US" dirty="0" smtClean="0"/>
              <a:t>convenient</a:t>
            </a:r>
          </a:p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>• Local storage is reliable </a:t>
            </a:r>
            <a:r>
              <a:rPr lang="en-US" dirty="0" smtClean="0"/>
              <a:t>offline</a:t>
            </a:r>
          </a:p>
          <a:p>
            <a:endParaRPr lang="en-US" dirty="0"/>
          </a:p>
          <a:p>
            <a:r>
              <a:rPr lang="en-US" dirty="0"/>
              <a:t>Choosing the right platform depends on user needs.</a:t>
            </a:r>
          </a:p>
        </p:txBody>
      </p:sp>
    </p:spTree>
    <p:extLst>
      <p:ext uri="{BB962C8B-B14F-4D97-AF65-F5344CB8AC3E}">
        <p14:creationId xmlns:p14="http://schemas.microsoft.com/office/powerpoint/2010/main" val="12326972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51</TotalTime>
  <Words>137</Words>
  <Application>Microsoft Office PowerPoint</Application>
  <PresentationFormat>Widescreen</PresentationFormat>
  <Paragraphs>128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Century Gothic</vt:lpstr>
      <vt:lpstr>Wingdings 3</vt:lpstr>
      <vt:lpstr>Ion Boardroom</vt:lpstr>
      <vt:lpstr>Platform Comparison Presentation</vt:lpstr>
      <vt:lpstr>Introduction</vt:lpstr>
      <vt:lpstr>Desktop Applications</vt:lpstr>
      <vt:lpstr>WEB APPLICATIONS</vt:lpstr>
      <vt:lpstr>Desktop vs Web Applications</vt:lpstr>
      <vt:lpstr>CLOUD STORAGE</vt:lpstr>
      <vt:lpstr>LOCAL STORAGE</vt:lpstr>
      <vt:lpstr>Cloud vs Local Storage</vt:lpstr>
      <vt:lpstr>MOBILE APPLICATIONS</vt:lpstr>
      <vt:lpstr>WEB APPS (MOBILE)</vt:lpstr>
      <vt:lpstr>Mobile Apps vs Web Apps</vt:lpstr>
      <vt:lpstr>Demo / Examples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Comparison Presentation</dc:title>
  <dc:creator>user</dc:creator>
  <cp:lastModifiedBy>user</cp:lastModifiedBy>
  <cp:revision>6</cp:revision>
  <dcterms:created xsi:type="dcterms:W3CDTF">2026-04-23T12:33:21Z</dcterms:created>
  <dcterms:modified xsi:type="dcterms:W3CDTF">2026-04-23T13:25:15Z</dcterms:modified>
</cp:coreProperties>
</file>